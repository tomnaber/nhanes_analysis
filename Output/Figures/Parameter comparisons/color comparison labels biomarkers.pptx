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882" y="-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356E-806B-0146-7F1F-F3C4330CA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812FE-A0FF-4662-307C-3A1A7CC00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43E4-AD7A-0816-0F64-F4823FF0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D498-83DB-0CCC-BAEB-4DA3F165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B5F7-25F6-E798-3881-335BBBA8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0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9274-C2FC-C9F6-9903-6AD26628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B4E1F-D36C-BAB1-134B-93F1B091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B1720-BE85-A468-635D-24F6F084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56AF-C1AE-7A6E-879E-4494C312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0417-F000-FB35-CE97-5967303A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13EB-971B-294E-A364-21F243C8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42D46-CEAB-C5F7-C7A4-4B19A7DB8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1DE90-DCD4-34EE-C738-63E83701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56122-006F-AA5C-F624-D12EC942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FFDF-3362-89C9-B999-ADA43AC3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0084-FC42-5673-6DFD-FA6E8A5C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C9F34-4276-D184-1F5B-B8E0F8D27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DBD7A-4712-1FBD-AB1D-36CE6DEAD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68C5-A7BE-4E90-2569-41373F60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217A-30E4-2EBF-8198-14BD0F9A6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AF78-43F4-7DDF-4C7C-5A901486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1B14-2548-EC58-A96B-E5FA3C89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1F14D-11FA-A8C3-7E75-32F1B2799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BA819-EF82-082E-4831-53A42BB34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97CD9-394F-F49E-1926-FEAEE48C5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A8704-8811-CF03-74E9-8751E49A8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A2C8D-5F5C-01FF-C683-A754DD4B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8573C-C75F-6F89-98C7-33A41FF3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4CD61-4B48-544F-2942-0A6A20C5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1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3C23-20E9-6A78-29D7-442ADA33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6B250-F867-1B28-FCF0-32D33C0C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0E157-2744-C639-65D4-1017B91C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8F67D-C1E2-28FE-5C04-BEDE73B2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C5D1F-2AD5-2B65-A1FF-98354D13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53D80-A05F-45C8-EA64-71E40AA7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FEBDC-C231-08A6-8966-34A9CE6E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7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54EE-3919-A572-527A-CD3FBC6A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6BBDA-54A0-75D9-1011-00FC33243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11742-750C-A384-5313-657A6670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40B9D-3B67-59C5-415A-27E54A98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0F203-53D3-B5FF-35C6-A051BDB6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AB472-B97C-C645-F518-13071948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6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5633-36A6-2A41-C295-27B9A194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3D70F-2DAF-FD6C-325D-8D6937288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3A302-0B65-CF02-D824-AB755463E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ECFA9-D40E-30E6-30A7-8E1702F8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9A45E-35A1-D550-6655-D5C7A1D8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721BD-4548-A064-FEB6-9405D403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1524-299E-A2C7-219A-83AD6F3E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16E5-6B75-1E01-A413-F10827FD2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DB6DD-5088-9CEB-0282-ECC594AB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733E-3A86-89A9-745D-C107FDB6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AC31-0F6D-0C69-9201-96066C47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5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D0E12-72C4-C256-DB41-6E55AFFB4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FA2DA-791A-2D69-D521-0A2F5D35D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C0E16-55A9-3E99-AF5B-1AB27E44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DB3D-C82C-AD30-A8C9-7E600B20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5F02D-56EF-9541-F57D-79C0627E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5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768A65-AB70-4B57-B58F-E9284C67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EC57-86A0-E178-6810-E82EE80F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DCD18-A922-CFDF-A24C-8435A6333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960A4-4346-4B20-A425-D4BE23BF1F0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27764-5128-2FCE-BF3C-29F28B1D9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885EC-3331-5DE3-2D1E-594625655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80B99-4B26-4137-B49C-F12A211CB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5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EE7E7-6045-5AAD-56F9-9B13EC335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6282" y="2057400"/>
            <a:ext cx="6479436" cy="27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5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B5A93-883D-04EF-6731-9C1D14B29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6282" y="2057400"/>
            <a:ext cx="6479436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9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Naber</dc:creator>
  <cp:lastModifiedBy>Tom Naber</cp:lastModifiedBy>
  <cp:revision>3</cp:revision>
  <dcterms:created xsi:type="dcterms:W3CDTF">2025-11-25T16:41:53Z</dcterms:created>
  <dcterms:modified xsi:type="dcterms:W3CDTF">2025-11-25T17:03:25Z</dcterms:modified>
</cp:coreProperties>
</file>